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7" r:id="rId3"/>
    <p:sldId id="269" r:id="rId4"/>
    <p:sldId id="270" r:id="rId5"/>
    <p:sldId id="271" r:id="rId6"/>
    <p:sldId id="280" r:id="rId7"/>
    <p:sldId id="272" r:id="rId8"/>
    <p:sldId id="273" r:id="rId9"/>
    <p:sldId id="274" r:id="rId10"/>
    <p:sldId id="275" r:id="rId11"/>
    <p:sldId id="265" r:id="rId12"/>
    <p:sldId id="267" r:id="rId13"/>
    <p:sldId id="279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83EBBA-4612-4042-9C4F-BAE542A9415D}" v="24" dt="2023-05-31T19:18:24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>
        <p:scale>
          <a:sx n="76" d="100"/>
          <a:sy n="76" d="100"/>
        </p:scale>
        <p:origin x="13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Parker" userId="2917054de0bc48a0" providerId="LiveId" clId="{9083EBBA-4612-4042-9C4F-BAE542A9415D}"/>
    <pc:docChg chg="undo custSel addSld delSld modSld sldOrd">
      <pc:chgData name="Kate Parker" userId="2917054de0bc48a0" providerId="LiveId" clId="{9083EBBA-4612-4042-9C4F-BAE542A9415D}" dt="2023-05-31T19:19:10.020" v="775" actId="1076"/>
      <pc:docMkLst>
        <pc:docMk/>
      </pc:docMkLst>
      <pc:sldChg chg="addSp modSp mod">
        <pc:chgData name="Kate Parker" userId="2917054de0bc48a0" providerId="LiveId" clId="{9083EBBA-4612-4042-9C4F-BAE542A9415D}" dt="2023-05-30T18:35:47.621" v="749" actId="1076"/>
        <pc:sldMkLst>
          <pc:docMk/>
          <pc:sldMk cId="3669435283" sldId="267"/>
        </pc:sldMkLst>
        <pc:spChg chg="add mod">
          <ac:chgData name="Kate Parker" userId="2917054de0bc48a0" providerId="LiveId" clId="{9083EBBA-4612-4042-9C4F-BAE542A9415D}" dt="2023-05-30T18:35:47.621" v="749" actId="1076"/>
          <ac:spMkLst>
            <pc:docMk/>
            <pc:sldMk cId="3669435283" sldId="267"/>
            <ac:spMk id="2" creationId="{A9275739-46A9-02D9-838C-58991C58E9B2}"/>
          </ac:spMkLst>
        </pc:spChg>
      </pc:sldChg>
      <pc:sldChg chg="ord">
        <pc:chgData name="Kate Parker" userId="2917054de0bc48a0" providerId="LiveId" clId="{9083EBBA-4612-4042-9C4F-BAE542A9415D}" dt="2023-05-24T17:51:21.065" v="120"/>
        <pc:sldMkLst>
          <pc:docMk/>
          <pc:sldMk cId="330505072" sldId="269"/>
        </pc:sldMkLst>
      </pc:sldChg>
      <pc:sldChg chg="addSp modSp mod ord">
        <pc:chgData name="Kate Parker" userId="2917054de0bc48a0" providerId="LiveId" clId="{9083EBBA-4612-4042-9C4F-BAE542A9415D}" dt="2023-05-31T19:18:51.939" v="773" actId="1076"/>
        <pc:sldMkLst>
          <pc:docMk/>
          <pc:sldMk cId="3136920876" sldId="270"/>
        </pc:sldMkLst>
        <pc:picChg chg="add mod">
          <ac:chgData name="Kate Parker" userId="2917054de0bc48a0" providerId="LiveId" clId="{9083EBBA-4612-4042-9C4F-BAE542A9415D}" dt="2023-05-31T19:18:51.939" v="773" actId="1076"/>
          <ac:picMkLst>
            <pc:docMk/>
            <pc:sldMk cId="3136920876" sldId="270"/>
            <ac:picMk id="2" creationId="{5C8D369F-2177-BE4D-AEEE-EA80766BF204}"/>
          </ac:picMkLst>
        </pc:picChg>
      </pc:sldChg>
      <pc:sldChg chg="addSp modSp mod ord">
        <pc:chgData name="Kate Parker" userId="2917054de0bc48a0" providerId="LiveId" clId="{9083EBBA-4612-4042-9C4F-BAE542A9415D}" dt="2023-05-24T20:01:31.202" v="600" actId="20577"/>
        <pc:sldMkLst>
          <pc:docMk/>
          <pc:sldMk cId="607934521" sldId="271"/>
        </pc:sldMkLst>
        <pc:spChg chg="add mod">
          <ac:chgData name="Kate Parker" userId="2917054de0bc48a0" providerId="LiveId" clId="{9083EBBA-4612-4042-9C4F-BAE542A9415D}" dt="2023-05-24T20:01:31.202" v="600" actId="20577"/>
          <ac:spMkLst>
            <pc:docMk/>
            <pc:sldMk cId="607934521" sldId="271"/>
            <ac:spMk id="2" creationId="{A3172961-1144-C631-BB90-51FDDD71EA4B}"/>
          </ac:spMkLst>
        </pc:spChg>
      </pc:sldChg>
      <pc:sldChg chg="addSp delSp modSp mod">
        <pc:chgData name="Kate Parker" userId="2917054de0bc48a0" providerId="LiveId" clId="{9083EBBA-4612-4042-9C4F-BAE542A9415D}" dt="2023-05-24T17:50:56.594" v="118" actId="1076"/>
        <pc:sldMkLst>
          <pc:docMk/>
          <pc:sldMk cId="1887623092" sldId="272"/>
        </pc:sldMkLst>
        <pc:picChg chg="add del mod">
          <ac:chgData name="Kate Parker" userId="2917054de0bc48a0" providerId="LiveId" clId="{9083EBBA-4612-4042-9C4F-BAE542A9415D}" dt="2023-05-24T17:44:06.653" v="26" actId="478"/>
          <ac:picMkLst>
            <pc:docMk/>
            <pc:sldMk cId="1887623092" sldId="272"/>
            <ac:picMk id="3" creationId="{D1591A95-11DA-17E0-AF3E-5B8727CE8B19}"/>
          </ac:picMkLst>
        </pc:picChg>
        <pc:picChg chg="add del mod">
          <ac:chgData name="Kate Parker" userId="2917054de0bc48a0" providerId="LiveId" clId="{9083EBBA-4612-4042-9C4F-BAE542A9415D}" dt="2023-05-24T17:49:43.030" v="93" actId="21"/>
          <ac:picMkLst>
            <pc:docMk/>
            <pc:sldMk cId="1887623092" sldId="272"/>
            <ac:picMk id="5" creationId="{7785D988-3D4D-E0BA-102F-90A051CC9B9B}"/>
          </ac:picMkLst>
        </pc:picChg>
        <pc:picChg chg="add del mod">
          <ac:chgData name="Kate Parker" userId="2917054de0bc48a0" providerId="LiveId" clId="{9083EBBA-4612-4042-9C4F-BAE542A9415D}" dt="2023-05-24T17:49:05.314" v="76" actId="21"/>
          <ac:picMkLst>
            <pc:docMk/>
            <pc:sldMk cId="1887623092" sldId="272"/>
            <ac:picMk id="7" creationId="{C31444D9-80DC-5A70-D23A-BF53550E7B97}"/>
          </ac:picMkLst>
        </pc:picChg>
        <pc:picChg chg="mod">
          <ac:chgData name="Kate Parker" userId="2917054de0bc48a0" providerId="LiveId" clId="{9083EBBA-4612-4042-9C4F-BAE542A9415D}" dt="2023-05-24T17:50:56.594" v="118" actId="1076"/>
          <ac:picMkLst>
            <pc:docMk/>
            <pc:sldMk cId="1887623092" sldId="272"/>
            <ac:picMk id="9" creationId="{272840D4-8DF9-AF11-9968-0B2EBC8F8CC8}"/>
          </ac:picMkLst>
        </pc:picChg>
        <pc:picChg chg="add mod modCrop">
          <ac:chgData name="Kate Parker" userId="2917054de0bc48a0" providerId="LiveId" clId="{9083EBBA-4612-4042-9C4F-BAE542A9415D}" dt="2023-05-24T17:50:53.870" v="117" actId="1076"/>
          <ac:picMkLst>
            <pc:docMk/>
            <pc:sldMk cId="1887623092" sldId="272"/>
            <ac:picMk id="10" creationId="{7628DB66-AECB-72FA-B9E3-D1E383A18053}"/>
          </ac:picMkLst>
        </pc:picChg>
        <pc:picChg chg="add del mod">
          <ac:chgData name="Kate Parker" userId="2917054de0bc48a0" providerId="LiveId" clId="{9083EBBA-4612-4042-9C4F-BAE542A9415D}" dt="2023-05-24T17:48:20.593" v="59" actId="21"/>
          <ac:picMkLst>
            <pc:docMk/>
            <pc:sldMk cId="1887623092" sldId="272"/>
            <ac:picMk id="12" creationId="{8F53B1F7-00D2-E511-52B6-89B05FF4C401}"/>
          </ac:picMkLst>
        </pc:picChg>
        <pc:picChg chg="add del mod">
          <ac:chgData name="Kate Parker" userId="2917054de0bc48a0" providerId="LiveId" clId="{9083EBBA-4612-4042-9C4F-BAE542A9415D}" dt="2023-05-24T17:47:41.939" v="45" actId="21"/>
          <ac:picMkLst>
            <pc:docMk/>
            <pc:sldMk cId="1887623092" sldId="272"/>
            <ac:picMk id="14" creationId="{A820C030-E3AE-5469-C58C-9F896ABD1732}"/>
          </ac:picMkLst>
        </pc:picChg>
      </pc:sldChg>
      <pc:sldChg chg="addSp modSp mod">
        <pc:chgData name="Kate Parker" userId="2917054de0bc48a0" providerId="LiveId" clId="{9083EBBA-4612-4042-9C4F-BAE542A9415D}" dt="2023-05-24T17:48:58.234" v="73" actId="1076"/>
        <pc:sldMkLst>
          <pc:docMk/>
          <pc:sldMk cId="1605035307" sldId="273"/>
        </pc:sldMkLst>
        <pc:picChg chg="add mod modCrop">
          <ac:chgData name="Kate Parker" userId="2917054de0bc48a0" providerId="LiveId" clId="{9083EBBA-4612-4042-9C4F-BAE542A9415D}" dt="2023-05-24T17:48:56.313" v="72" actId="1076"/>
          <ac:picMkLst>
            <pc:docMk/>
            <pc:sldMk cId="1605035307" sldId="273"/>
            <ac:picMk id="2" creationId="{8D849854-3CE2-0B4E-89C9-5233830C1548}"/>
          </ac:picMkLst>
        </pc:picChg>
        <pc:picChg chg="mod">
          <ac:chgData name="Kate Parker" userId="2917054de0bc48a0" providerId="LiveId" clId="{9083EBBA-4612-4042-9C4F-BAE542A9415D}" dt="2023-05-24T17:48:58.234" v="73" actId="1076"/>
          <ac:picMkLst>
            <pc:docMk/>
            <pc:sldMk cId="1605035307" sldId="273"/>
            <ac:picMk id="6" creationId="{0AEB6132-A637-3E4E-822B-CB092D8BBB9E}"/>
          </ac:picMkLst>
        </pc:picChg>
      </pc:sldChg>
      <pc:sldChg chg="addSp modSp mod">
        <pc:chgData name="Kate Parker" userId="2917054de0bc48a0" providerId="LiveId" clId="{9083EBBA-4612-4042-9C4F-BAE542A9415D}" dt="2023-05-24T17:48:16.032" v="58" actId="14100"/>
        <pc:sldMkLst>
          <pc:docMk/>
          <pc:sldMk cId="2636824319" sldId="274"/>
        </pc:sldMkLst>
        <pc:picChg chg="add mod modCrop">
          <ac:chgData name="Kate Parker" userId="2917054de0bc48a0" providerId="LiveId" clId="{9083EBBA-4612-4042-9C4F-BAE542A9415D}" dt="2023-05-24T17:48:11.956" v="56" actId="1076"/>
          <ac:picMkLst>
            <pc:docMk/>
            <pc:sldMk cId="2636824319" sldId="274"/>
            <ac:picMk id="2" creationId="{9243AC7F-CE25-5CF4-2B6D-4BE761381B03}"/>
          </ac:picMkLst>
        </pc:picChg>
        <pc:picChg chg="mod">
          <ac:chgData name="Kate Parker" userId="2917054de0bc48a0" providerId="LiveId" clId="{9083EBBA-4612-4042-9C4F-BAE542A9415D}" dt="2023-05-24T17:48:16.032" v="58" actId="14100"/>
          <ac:picMkLst>
            <pc:docMk/>
            <pc:sldMk cId="2636824319" sldId="274"/>
            <ac:picMk id="4" creationId="{E464CA50-1310-7BCB-ECB5-B3223692F30D}"/>
          </ac:picMkLst>
        </pc:picChg>
      </pc:sldChg>
      <pc:sldChg chg="addSp modSp mod">
        <pc:chgData name="Kate Parker" userId="2917054de0bc48a0" providerId="LiveId" clId="{9083EBBA-4612-4042-9C4F-BAE542A9415D}" dt="2023-05-24T17:50:17.582" v="105" actId="1076"/>
        <pc:sldMkLst>
          <pc:docMk/>
          <pc:sldMk cId="1387608607" sldId="275"/>
        </pc:sldMkLst>
        <pc:picChg chg="add mod modCrop">
          <ac:chgData name="Kate Parker" userId="2917054de0bc48a0" providerId="LiveId" clId="{9083EBBA-4612-4042-9C4F-BAE542A9415D}" dt="2023-05-24T17:50:09.326" v="102" actId="1076"/>
          <ac:picMkLst>
            <pc:docMk/>
            <pc:sldMk cId="1387608607" sldId="275"/>
            <ac:picMk id="2" creationId="{AF422874-A747-BC09-C2CD-EEC0952AA522}"/>
          </ac:picMkLst>
        </pc:picChg>
        <pc:picChg chg="mod">
          <ac:chgData name="Kate Parker" userId="2917054de0bc48a0" providerId="LiveId" clId="{9083EBBA-4612-4042-9C4F-BAE542A9415D}" dt="2023-05-24T17:50:17.582" v="105" actId="1076"/>
          <ac:picMkLst>
            <pc:docMk/>
            <pc:sldMk cId="1387608607" sldId="275"/>
            <ac:picMk id="4" creationId="{503F9ACF-8D87-34E4-8284-BCD52287FBF9}"/>
          </ac:picMkLst>
        </pc:picChg>
      </pc:sldChg>
      <pc:sldChg chg="del ord">
        <pc:chgData name="Kate Parker" userId="2917054de0bc48a0" providerId="LiveId" clId="{9083EBBA-4612-4042-9C4F-BAE542A9415D}" dt="2023-05-24T17:54:55.490" v="127" actId="2696"/>
        <pc:sldMkLst>
          <pc:docMk/>
          <pc:sldMk cId="4200240791" sldId="276"/>
        </pc:sldMkLst>
      </pc:sldChg>
      <pc:sldChg chg="addSp modSp mod ord">
        <pc:chgData name="Kate Parker" userId="2917054de0bc48a0" providerId="LiveId" clId="{9083EBBA-4612-4042-9C4F-BAE542A9415D}" dt="2023-05-24T17:49:36.171" v="92" actId="20577"/>
        <pc:sldMkLst>
          <pc:docMk/>
          <pc:sldMk cId="319758927" sldId="277"/>
        </pc:sldMkLst>
        <pc:spChg chg="add mod">
          <ac:chgData name="Kate Parker" userId="2917054de0bc48a0" providerId="LiveId" clId="{9083EBBA-4612-4042-9C4F-BAE542A9415D}" dt="2023-05-24T17:49:36.171" v="92" actId="20577"/>
          <ac:spMkLst>
            <pc:docMk/>
            <pc:sldMk cId="319758927" sldId="277"/>
            <ac:spMk id="3" creationId="{595A133C-585E-84BE-7323-85542C7647C2}"/>
          </ac:spMkLst>
        </pc:spChg>
        <pc:spChg chg="mod">
          <ac:chgData name="Kate Parker" userId="2917054de0bc48a0" providerId="LiveId" clId="{9083EBBA-4612-4042-9C4F-BAE542A9415D}" dt="2023-05-24T17:49:26.990" v="83" actId="1076"/>
          <ac:spMkLst>
            <pc:docMk/>
            <pc:sldMk cId="319758927" sldId="277"/>
            <ac:spMk id="5" creationId="{6CFCA197-BCF8-4011-F43B-BE277F437ACE}"/>
          </ac:spMkLst>
        </pc:spChg>
        <pc:picChg chg="add mod">
          <ac:chgData name="Kate Parker" userId="2917054de0bc48a0" providerId="LiveId" clId="{9083EBBA-4612-4042-9C4F-BAE542A9415D}" dt="2023-05-24T17:49:21.422" v="82" actId="1076"/>
          <ac:picMkLst>
            <pc:docMk/>
            <pc:sldMk cId="319758927" sldId="277"/>
            <ac:picMk id="2" creationId="{F87AD1D2-3F9C-C123-7755-3DEFB7E8F01A}"/>
          </ac:picMkLst>
        </pc:picChg>
        <pc:picChg chg="mod">
          <ac:chgData name="Kate Parker" userId="2917054de0bc48a0" providerId="LiveId" clId="{9083EBBA-4612-4042-9C4F-BAE542A9415D}" dt="2023-05-24T17:49:17.022" v="81" actId="1076"/>
          <ac:picMkLst>
            <pc:docMk/>
            <pc:sldMk cId="319758927" sldId="277"/>
            <ac:picMk id="4" creationId="{769444D1-8645-CDF8-B277-E74F51AE56A4}"/>
          </ac:picMkLst>
        </pc:picChg>
      </pc:sldChg>
      <pc:sldChg chg="addSp delSp modSp new mod ord">
        <pc:chgData name="Kate Parker" userId="2917054de0bc48a0" providerId="LiveId" clId="{9083EBBA-4612-4042-9C4F-BAE542A9415D}" dt="2023-05-24T18:03:58.243" v="179" actId="1076"/>
        <pc:sldMkLst>
          <pc:docMk/>
          <pc:sldMk cId="373744290" sldId="278"/>
        </pc:sldMkLst>
        <pc:spChg chg="del">
          <ac:chgData name="Kate Parker" userId="2917054de0bc48a0" providerId="LiveId" clId="{9083EBBA-4612-4042-9C4F-BAE542A9415D}" dt="2023-05-24T13:50:02.393" v="3" actId="478"/>
          <ac:spMkLst>
            <pc:docMk/>
            <pc:sldMk cId="373744290" sldId="278"/>
            <ac:spMk id="2" creationId="{01097AB8-A502-09FD-EA37-E081D51A0380}"/>
          </ac:spMkLst>
        </pc:spChg>
        <pc:spChg chg="add mod">
          <ac:chgData name="Kate Parker" userId="2917054de0bc48a0" providerId="LiveId" clId="{9083EBBA-4612-4042-9C4F-BAE542A9415D}" dt="2023-05-24T17:55:54.444" v="145" actId="20577"/>
          <ac:spMkLst>
            <pc:docMk/>
            <pc:sldMk cId="373744290" sldId="278"/>
            <ac:spMk id="2" creationId="{A607317B-1F6A-888A-B2AC-DD9D20E6220B}"/>
          </ac:spMkLst>
        </pc:spChg>
        <pc:spChg chg="del">
          <ac:chgData name="Kate Parker" userId="2917054de0bc48a0" providerId="LiveId" clId="{9083EBBA-4612-4042-9C4F-BAE542A9415D}" dt="2023-05-24T13:50:05.207" v="4" actId="478"/>
          <ac:spMkLst>
            <pc:docMk/>
            <pc:sldMk cId="373744290" sldId="278"/>
            <ac:spMk id="3" creationId="{CF8EB20D-AE11-BABB-0987-86B8786425AD}"/>
          </ac:spMkLst>
        </pc:spChg>
        <pc:spChg chg="add mod">
          <ac:chgData name="Kate Parker" userId="2917054de0bc48a0" providerId="LiveId" clId="{9083EBBA-4612-4042-9C4F-BAE542A9415D}" dt="2023-05-24T13:51:00.859" v="14" actId="1076"/>
          <ac:spMkLst>
            <pc:docMk/>
            <pc:sldMk cId="373744290" sldId="278"/>
            <ac:spMk id="6" creationId="{F52589E6-4584-249B-8CEF-C064831DF21B}"/>
          </ac:spMkLst>
        </pc:spChg>
        <pc:picChg chg="add mod">
          <ac:chgData name="Kate Parker" userId="2917054de0bc48a0" providerId="LiveId" clId="{9083EBBA-4612-4042-9C4F-BAE542A9415D}" dt="2023-05-24T17:59:48.373" v="166" actId="1076"/>
          <ac:picMkLst>
            <pc:docMk/>
            <pc:sldMk cId="373744290" sldId="278"/>
            <ac:picMk id="5" creationId="{9DB01A6B-8D55-EE1C-0CC7-420B8DB77994}"/>
          </ac:picMkLst>
        </pc:picChg>
        <pc:picChg chg="add del mod">
          <ac:chgData name="Kate Parker" userId="2917054de0bc48a0" providerId="LiveId" clId="{9083EBBA-4612-4042-9C4F-BAE542A9415D}" dt="2023-05-24T18:02:48.414" v="173" actId="478"/>
          <ac:picMkLst>
            <pc:docMk/>
            <pc:sldMk cId="373744290" sldId="278"/>
            <ac:picMk id="8" creationId="{B4BC774B-2F2B-4D10-E40F-F3F7DB016CF7}"/>
          </ac:picMkLst>
        </pc:picChg>
        <pc:picChg chg="add mod">
          <ac:chgData name="Kate Parker" userId="2917054de0bc48a0" providerId="LiveId" clId="{9083EBBA-4612-4042-9C4F-BAE542A9415D}" dt="2023-05-24T17:59:40.544" v="165" actId="1076"/>
          <ac:picMkLst>
            <pc:docMk/>
            <pc:sldMk cId="373744290" sldId="278"/>
            <ac:picMk id="9" creationId="{7F5DD5A7-95C4-FB5D-D2D3-E0EE71C2FE7B}"/>
          </ac:picMkLst>
        </pc:picChg>
        <pc:picChg chg="add mod">
          <ac:chgData name="Kate Parker" userId="2917054de0bc48a0" providerId="LiveId" clId="{9083EBBA-4612-4042-9C4F-BAE542A9415D}" dt="2023-05-24T18:02:56.321" v="176" actId="1076"/>
          <ac:picMkLst>
            <pc:docMk/>
            <pc:sldMk cId="373744290" sldId="278"/>
            <ac:picMk id="10" creationId="{E478B5A2-7D8A-CBE0-AE5D-5ECC5438DE37}"/>
          </ac:picMkLst>
        </pc:picChg>
        <pc:picChg chg="add mod">
          <ac:chgData name="Kate Parker" userId="2917054de0bc48a0" providerId="LiveId" clId="{9083EBBA-4612-4042-9C4F-BAE542A9415D}" dt="2023-05-24T18:00:12.565" v="167" actId="1076"/>
          <ac:picMkLst>
            <pc:docMk/>
            <pc:sldMk cId="373744290" sldId="278"/>
            <ac:picMk id="12" creationId="{54E370D5-C353-BDB7-2467-C0C3D9AD0801}"/>
          </ac:picMkLst>
        </pc:picChg>
        <pc:picChg chg="add mod">
          <ac:chgData name="Kate Parker" userId="2917054de0bc48a0" providerId="LiveId" clId="{9083EBBA-4612-4042-9C4F-BAE542A9415D}" dt="2023-05-24T18:02:54.854" v="175" actId="1076"/>
          <ac:picMkLst>
            <pc:docMk/>
            <pc:sldMk cId="373744290" sldId="278"/>
            <ac:picMk id="13" creationId="{A7530699-3320-3841-046D-A9010A2B1F15}"/>
          </ac:picMkLst>
        </pc:picChg>
        <pc:picChg chg="add mod">
          <ac:chgData name="Kate Parker" userId="2917054de0bc48a0" providerId="LiveId" clId="{9083EBBA-4612-4042-9C4F-BAE542A9415D}" dt="2023-05-24T18:03:58.243" v="179" actId="1076"/>
          <ac:picMkLst>
            <pc:docMk/>
            <pc:sldMk cId="373744290" sldId="278"/>
            <ac:picMk id="15" creationId="{0C91D6CB-5C22-4162-79F2-2CBE7BB4C36B}"/>
          </ac:picMkLst>
        </pc:picChg>
        <pc:cxnChg chg="add mod">
          <ac:chgData name="Kate Parker" userId="2917054de0bc48a0" providerId="LiveId" clId="{9083EBBA-4612-4042-9C4F-BAE542A9415D}" dt="2023-05-24T17:56:28.170" v="149" actId="1076"/>
          <ac:cxnSpMkLst>
            <pc:docMk/>
            <pc:sldMk cId="373744290" sldId="278"/>
            <ac:cxnSpMk id="4" creationId="{449DB5F1-1E73-388A-B071-7CCD146C73F2}"/>
          </ac:cxnSpMkLst>
        </pc:cxnChg>
      </pc:sldChg>
      <pc:sldChg chg="addSp delSp modSp new mod">
        <pc:chgData name="Kate Parker" userId="2917054de0bc48a0" providerId="LiveId" clId="{9083EBBA-4612-4042-9C4F-BAE542A9415D}" dt="2023-05-30T18:27:03.627" v="746" actId="1076"/>
        <pc:sldMkLst>
          <pc:docMk/>
          <pc:sldMk cId="1223308669" sldId="279"/>
        </pc:sldMkLst>
        <pc:spChg chg="del">
          <ac:chgData name="Kate Parker" userId="2917054de0bc48a0" providerId="LiveId" clId="{9083EBBA-4612-4042-9C4F-BAE542A9415D}" dt="2023-05-30T18:21:22.401" v="700" actId="478"/>
          <ac:spMkLst>
            <pc:docMk/>
            <pc:sldMk cId="1223308669" sldId="279"/>
            <ac:spMk id="2" creationId="{50671466-528A-D5F0-8313-958414F20E23}"/>
          </ac:spMkLst>
        </pc:spChg>
        <pc:spChg chg="del">
          <ac:chgData name="Kate Parker" userId="2917054de0bc48a0" providerId="LiveId" clId="{9083EBBA-4612-4042-9C4F-BAE542A9415D}" dt="2023-05-30T18:21:24.401" v="701" actId="478"/>
          <ac:spMkLst>
            <pc:docMk/>
            <pc:sldMk cId="1223308669" sldId="279"/>
            <ac:spMk id="3" creationId="{315DE611-4DA4-5ACA-8CF5-F0908A552CD8}"/>
          </ac:spMkLst>
        </pc:spChg>
        <pc:spChg chg="add mod">
          <ac:chgData name="Kate Parker" userId="2917054de0bc48a0" providerId="LiveId" clId="{9083EBBA-4612-4042-9C4F-BAE542A9415D}" dt="2023-05-30T18:27:03.627" v="746" actId="1076"/>
          <ac:spMkLst>
            <pc:docMk/>
            <pc:sldMk cId="1223308669" sldId="279"/>
            <ac:spMk id="19" creationId="{94A0ACF3-AE4E-F556-ABC1-8A3E35D62BC3}"/>
          </ac:spMkLst>
        </pc:spChg>
        <pc:picChg chg="add del mod">
          <ac:chgData name="Kate Parker" userId="2917054de0bc48a0" providerId="LiveId" clId="{9083EBBA-4612-4042-9C4F-BAE542A9415D}" dt="2023-05-30T18:21:44.008" v="706" actId="478"/>
          <ac:picMkLst>
            <pc:docMk/>
            <pc:sldMk cId="1223308669" sldId="279"/>
            <ac:picMk id="5" creationId="{E75C124C-75AF-60FF-34A4-29B38022103B}"/>
          </ac:picMkLst>
        </pc:picChg>
        <pc:picChg chg="add del mod">
          <ac:chgData name="Kate Parker" userId="2917054de0bc48a0" providerId="LiveId" clId="{9083EBBA-4612-4042-9C4F-BAE542A9415D}" dt="2023-05-30T18:23:04.946" v="711" actId="478"/>
          <ac:picMkLst>
            <pc:docMk/>
            <pc:sldMk cId="1223308669" sldId="279"/>
            <ac:picMk id="7" creationId="{6C9DF9FF-DA71-42CC-02B6-BB6224868BD2}"/>
          </ac:picMkLst>
        </pc:picChg>
        <pc:picChg chg="add del mod">
          <ac:chgData name="Kate Parker" userId="2917054de0bc48a0" providerId="LiveId" clId="{9083EBBA-4612-4042-9C4F-BAE542A9415D}" dt="2023-05-30T18:23:20.689" v="716" actId="478"/>
          <ac:picMkLst>
            <pc:docMk/>
            <pc:sldMk cId="1223308669" sldId="279"/>
            <ac:picMk id="9" creationId="{8F5EE79C-EE33-1E6C-2C4E-68F9E10F89EE}"/>
          </ac:picMkLst>
        </pc:picChg>
        <pc:picChg chg="add del mod">
          <ac:chgData name="Kate Parker" userId="2917054de0bc48a0" providerId="LiveId" clId="{9083EBBA-4612-4042-9C4F-BAE542A9415D}" dt="2023-05-30T18:24:25.899" v="724" actId="478"/>
          <ac:picMkLst>
            <pc:docMk/>
            <pc:sldMk cId="1223308669" sldId="279"/>
            <ac:picMk id="11" creationId="{7097BABB-7E94-BFC0-128D-D7D4C5989CB5}"/>
          </ac:picMkLst>
        </pc:picChg>
        <pc:picChg chg="add del mod">
          <ac:chgData name="Kate Parker" userId="2917054de0bc48a0" providerId="LiveId" clId="{9083EBBA-4612-4042-9C4F-BAE542A9415D}" dt="2023-05-30T18:25:53.706" v="730" actId="478"/>
          <ac:picMkLst>
            <pc:docMk/>
            <pc:sldMk cId="1223308669" sldId="279"/>
            <ac:picMk id="13" creationId="{40A7477C-86D9-17B0-20F2-55A02B198CE8}"/>
          </ac:picMkLst>
        </pc:picChg>
        <pc:picChg chg="add del mod">
          <ac:chgData name="Kate Parker" userId="2917054de0bc48a0" providerId="LiveId" clId="{9083EBBA-4612-4042-9C4F-BAE542A9415D}" dt="2023-05-30T18:26:05.450" v="734" actId="478"/>
          <ac:picMkLst>
            <pc:docMk/>
            <pc:sldMk cId="1223308669" sldId="279"/>
            <ac:picMk id="15" creationId="{8AFF3EA7-35CA-55F8-34AE-FE5370058DBC}"/>
          </ac:picMkLst>
        </pc:picChg>
        <pc:picChg chg="add mod modCrop">
          <ac:chgData name="Kate Parker" userId="2917054de0bc48a0" providerId="LiveId" clId="{9083EBBA-4612-4042-9C4F-BAE542A9415D}" dt="2023-05-30T18:26:34.171" v="740" actId="1076"/>
          <ac:picMkLst>
            <pc:docMk/>
            <pc:sldMk cId="1223308669" sldId="279"/>
            <ac:picMk id="17" creationId="{16DC0802-0BEF-D8AC-A805-B5D8E9EDD469}"/>
          </ac:picMkLst>
        </pc:picChg>
        <pc:picChg chg="add mod">
          <ac:chgData name="Kate Parker" userId="2917054de0bc48a0" providerId="LiveId" clId="{9083EBBA-4612-4042-9C4F-BAE542A9415D}" dt="2023-05-30T18:27:01.747" v="745" actId="1076"/>
          <ac:picMkLst>
            <pc:docMk/>
            <pc:sldMk cId="1223308669" sldId="279"/>
            <ac:picMk id="18" creationId="{4218F8B4-FC63-98BD-6724-1994B8EBB4EB}"/>
          </ac:picMkLst>
        </pc:picChg>
      </pc:sldChg>
      <pc:sldChg chg="addSp delSp modSp new mod">
        <pc:chgData name="Kate Parker" userId="2917054de0bc48a0" providerId="LiveId" clId="{9083EBBA-4612-4042-9C4F-BAE542A9415D}" dt="2023-05-31T19:19:10.020" v="775" actId="1076"/>
        <pc:sldMkLst>
          <pc:docMk/>
          <pc:sldMk cId="2834239307" sldId="280"/>
        </pc:sldMkLst>
        <pc:spChg chg="del">
          <ac:chgData name="Kate Parker" userId="2917054de0bc48a0" providerId="LiveId" clId="{9083EBBA-4612-4042-9C4F-BAE542A9415D}" dt="2023-05-30T19:36:21.336" v="750" actId="478"/>
          <ac:spMkLst>
            <pc:docMk/>
            <pc:sldMk cId="2834239307" sldId="280"/>
            <ac:spMk id="2" creationId="{CA48E3EB-F65E-BB9D-CEB0-8173EDD302C9}"/>
          </ac:spMkLst>
        </pc:spChg>
        <pc:spChg chg="del">
          <ac:chgData name="Kate Parker" userId="2917054de0bc48a0" providerId="LiveId" clId="{9083EBBA-4612-4042-9C4F-BAE542A9415D}" dt="2023-05-30T19:36:23.204" v="751" actId="478"/>
          <ac:spMkLst>
            <pc:docMk/>
            <pc:sldMk cId="2834239307" sldId="280"/>
            <ac:spMk id="3" creationId="{9D7D567E-D226-AD24-9C09-D2C121127DEE}"/>
          </ac:spMkLst>
        </pc:spChg>
        <pc:picChg chg="add mod">
          <ac:chgData name="Kate Parker" userId="2917054de0bc48a0" providerId="LiveId" clId="{9083EBBA-4612-4042-9C4F-BAE542A9415D}" dt="2023-05-31T19:19:10.020" v="775" actId="1076"/>
          <ac:picMkLst>
            <pc:docMk/>
            <pc:sldMk cId="2834239307" sldId="280"/>
            <ac:picMk id="2" creationId="{E09AE03C-C218-3687-CCD9-574032FEE068}"/>
          </ac:picMkLst>
        </pc:picChg>
        <pc:picChg chg="add mod">
          <ac:chgData name="Kate Parker" userId="2917054de0bc48a0" providerId="LiveId" clId="{9083EBBA-4612-4042-9C4F-BAE542A9415D}" dt="2023-05-31T00:42:25.590" v="764" actId="962"/>
          <ac:picMkLst>
            <pc:docMk/>
            <pc:sldMk cId="2834239307" sldId="280"/>
            <ac:picMk id="3" creationId="{E12AD46A-0C5E-EEA6-F582-97314F82810F}"/>
          </ac:picMkLst>
        </pc:picChg>
        <pc:picChg chg="add del mod">
          <ac:chgData name="Kate Parker" userId="2917054de0bc48a0" providerId="LiveId" clId="{9083EBBA-4612-4042-9C4F-BAE542A9415D}" dt="2023-05-30T19:37:57.748" v="761" actId="478"/>
          <ac:picMkLst>
            <pc:docMk/>
            <pc:sldMk cId="2834239307" sldId="280"/>
            <ac:picMk id="5" creationId="{18EEF4D9-36BF-A90F-B193-FF02E8616E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C0B6-8B90-15C8-C056-CE25D1767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DFB9C-EAE2-2F4A-F218-7C15EE940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C3540-E694-0EC3-3621-60B3A1CC4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67FF1-A7E7-5031-9E46-1DD8E40E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EFBB3-EFF6-7255-3A12-73DB57BA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7769-DAC2-C98E-E3F3-0DBB1A9BF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27188-80B7-C1BD-5BB5-082A1935E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B6A65-5E9E-DD59-4DB8-48346518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A0307-6DD9-617D-55AC-B2EB978F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45537-ADC2-28FB-1343-246B0E25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5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01E1-7B81-6088-A391-31AE0C95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2D7B4-78CB-5D1D-DD95-D95686B12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F7604-594A-017F-E257-CC0B1E0D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8816E-996A-79D7-476C-B533FC03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B857B-FEC1-C049-A80F-9C1A7466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21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3E42E-696B-5D9D-AF5D-E4956F43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95D30-C3CC-4B75-A35D-E75B62C14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11198-4414-500B-73F5-475B61E86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80F7C-74E0-8812-7D79-771F00B5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07A88-F18B-7162-59A7-EAB154489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B0B04-6F9A-45DA-A8D0-0F3FE72F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2557-0066-D310-871C-37199C7CB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0432C-8F46-6572-0F42-4DA5CD8EC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6932C-D1CF-4086-DC5C-898BEB367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892BC-3AEE-DD5E-9A00-F7C7310A9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DF114-4470-2DE8-AD7E-5FE8A3C2B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54136-5128-F5EA-EB00-B838C67D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7F231-EAD2-9A8E-9C98-6D25AC4B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F623D-9977-7109-A762-B2D3A66A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40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49C8-A6A3-7F4E-165A-B09154C3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5CDDC-6808-6073-B4FD-487748BB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05D91-9E52-7643-5F58-51DF4241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64BC3-AB72-C514-F340-386580D7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3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4B227-C073-243E-BEFD-6D261078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29FCA-3B53-ED37-F38F-0EC587F7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F0F5B-D0B5-AD1C-8EE0-825D2826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56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CF28-BA68-47BB-99F8-968D5DD3C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FC10C-8E9B-4032-F034-99137DD87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6BA7B-283B-0977-02C4-DBC684686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D47B9-02A6-7A15-0435-43E25ED1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0BAA4-5F69-E3CF-739C-EEF9C32E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9FBDB-EF58-B087-906E-1E9D26F2F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76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F3433-3AA1-D73C-19B3-8DCFA959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CEC355-A1F2-354B-C3EA-D7B48DCE2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390A0-E703-6032-AA9B-7E856541E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0F5D7-4512-64D6-88B7-FD8B2DF3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A93D7-F462-E4AB-FD8F-0F39CED2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EFBBA-1AF0-C42C-A7CE-BC04B410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1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7417-C9E6-FD0E-3151-2BD9F560B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C0D5B-9342-ABE6-F3D9-698DBDF43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CE2D7-07E1-F56B-539E-5781491C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F0C8D-AB6F-AEFF-E8A9-933B2C8C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81C5F-FDB9-83A5-4495-AC94C3E4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71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E5B098-61CF-CE46-1C5C-2E2EED8168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C3B75-21B1-F2ED-4C3E-65F156849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33B5D-4717-7D6A-6135-F5061D1C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1D5F2-F7BD-84F6-6402-F4CD29F7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8F774-19E9-A13B-4597-F01D7CB1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8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3038D-F81B-10F4-C083-3FC8BAEC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01943-F583-FD3E-C944-87C712C08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E92AE-FA3F-511D-08D7-CD8731C89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1B13C-667C-4E8F-A6EE-DC66732DC487}" type="datetimeFigureOut">
              <a:rPr lang="en-US" smtClean="0"/>
              <a:t>5/31/2023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1B44C-97C3-D10A-9AA9-714064E6F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246F3-BF43-D82F-8A0C-44CCD9FE1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9186E-C284-416A-9D81-EEFABB993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2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B01A6B-8D55-EE1C-0CC7-420B8DB77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9" y="1194496"/>
            <a:ext cx="1714649" cy="1272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2589E6-4584-249B-8CEF-C064831DF21B}"/>
              </a:ext>
            </a:extLst>
          </p:cNvPr>
          <p:cNvSpPr txBox="1"/>
          <p:nvPr/>
        </p:nvSpPr>
        <p:spPr>
          <a:xfrm>
            <a:off x="795262" y="386843"/>
            <a:ext cx="1919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Dedup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78B5A2-7D8A-CBE0-AE5D-5ECC5438D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530" y="3429000"/>
            <a:ext cx="2408129" cy="24767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E370D5-C353-BDB7-2467-C0C3D9AD0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54" y="3597538"/>
            <a:ext cx="2461473" cy="24538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07317B-1F6A-888A-B2AC-DD9D20E6220B}"/>
              </a:ext>
            </a:extLst>
          </p:cNvPr>
          <p:cNvSpPr txBox="1"/>
          <p:nvPr/>
        </p:nvSpPr>
        <p:spPr>
          <a:xfrm>
            <a:off x="8768889" y="386843"/>
            <a:ext cx="1919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9DB5F1-1E73-388A-B071-7CCD146C73F2}"/>
              </a:ext>
            </a:extLst>
          </p:cNvPr>
          <p:cNvCxnSpPr/>
          <p:nvPr/>
        </p:nvCxnSpPr>
        <p:spPr>
          <a:xfrm>
            <a:off x="5761608" y="0"/>
            <a:ext cx="0" cy="6858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F5DD5A7-95C4-FB5D-D2D3-E0EE71C2F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7248" y="3597538"/>
            <a:ext cx="2301439" cy="24462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530699-3320-3841-046D-A9010A2B1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9523" y="3429000"/>
            <a:ext cx="2339543" cy="24386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91D6CB-5C22-4162-79F2-2CBE7BB4C3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339" y="1094328"/>
            <a:ext cx="1851820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4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diagram, sketch, screenshot&#10;&#10;Description automatically generated">
            <a:extLst>
              <a:ext uri="{FF2B5EF4-FFF2-40B4-BE49-F238E27FC236}">
                <a16:creationId xmlns:a16="http://schemas.microsoft.com/office/drawing/2014/main" id="{769444D1-8645-CDF8-B277-E74F51AE5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28" y="1246374"/>
            <a:ext cx="5791379" cy="4365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FCA197-BCF8-4011-F43B-BE277F437ACE}"/>
              </a:ext>
            </a:extLst>
          </p:cNvPr>
          <p:cNvSpPr txBox="1"/>
          <p:nvPr/>
        </p:nvSpPr>
        <p:spPr>
          <a:xfrm>
            <a:off x="1374028" y="582129"/>
            <a:ext cx="345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</a:t>
            </a:r>
          </a:p>
        </p:txBody>
      </p:sp>
      <p:pic>
        <p:nvPicPr>
          <p:cNvPr id="2" name="Picture 1" descr="A picture containing text, diagram, sketch, screenshot&#10;&#10;Description automatically generated">
            <a:extLst>
              <a:ext uri="{FF2B5EF4-FFF2-40B4-BE49-F238E27FC236}">
                <a16:creationId xmlns:a16="http://schemas.microsoft.com/office/drawing/2014/main" id="{F87AD1D2-3F9C-C123-7755-3DEFB7E8F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51461"/>
            <a:ext cx="5614818" cy="49550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5A133C-585E-84BE-7323-85542C7647C2}"/>
              </a:ext>
            </a:extLst>
          </p:cNvPr>
          <p:cNvSpPr txBox="1"/>
          <p:nvPr/>
        </p:nvSpPr>
        <p:spPr>
          <a:xfrm>
            <a:off x="7360399" y="582129"/>
            <a:ext cx="345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Dedup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9758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screenshot, diagram, plot&#10;&#10;Description automatically generated">
            <a:extLst>
              <a:ext uri="{FF2B5EF4-FFF2-40B4-BE49-F238E27FC236}">
                <a16:creationId xmlns:a16="http://schemas.microsoft.com/office/drawing/2014/main" id="{39DF67F4-F9DC-3C47-4263-3DAD582C3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76" y="389062"/>
            <a:ext cx="10766447" cy="607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5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ext, screenshot, diagram, plot&#10;&#10;Description automatically generated">
            <a:extLst>
              <a:ext uri="{FF2B5EF4-FFF2-40B4-BE49-F238E27FC236}">
                <a16:creationId xmlns:a16="http://schemas.microsoft.com/office/drawing/2014/main" id="{6579D125-BC77-0AE6-8D65-DE16F9986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630" y="59061"/>
            <a:ext cx="8946739" cy="6739877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8D369F-2177-BE4D-AEEE-EA80766BF2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28" t="8998" r="3350" b="10731"/>
          <a:stretch/>
        </p:blipFill>
        <p:spPr>
          <a:xfrm>
            <a:off x="-5368938" y="5870818"/>
            <a:ext cx="6729840" cy="280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20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screenshot, diagram, plot&#10;&#10;Description automatically generated">
            <a:extLst>
              <a:ext uri="{FF2B5EF4-FFF2-40B4-BE49-F238E27FC236}">
                <a16:creationId xmlns:a16="http://schemas.microsoft.com/office/drawing/2014/main" id="{6BD24EBC-D850-09D7-965B-3977D34E3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257" y="181574"/>
            <a:ext cx="8621486" cy="64948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172961-1144-C631-BB90-51FDDD71EA4B}"/>
              </a:ext>
            </a:extLst>
          </p:cNvPr>
          <p:cNvSpPr txBox="1"/>
          <p:nvPr/>
        </p:nvSpPr>
        <p:spPr>
          <a:xfrm>
            <a:off x="522514" y="4983982"/>
            <a:ext cx="1185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scale to match inshore</a:t>
            </a:r>
          </a:p>
        </p:txBody>
      </p:sp>
    </p:spTree>
    <p:extLst>
      <p:ext uri="{BB962C8B-B14F-4D97-AF65-F5344CB8AC3E}">
        <p14:creationId xmlns:p14="http://schemas.microsoft.com/office/powerpoint/2010/main" val="607934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creenshot, diagram, plot&#10;&#10;Description automatically generated">
            <a:extLst>
              <a:ext uri="{FF2B5EF4-FFF2-40B4-BE49-F238E27FC236}">
                <a16:creationId xmlns:a16="http://schemas.microsoft.com/office/drawing/2014/main" id="{E12AD46A-0C5E-EEA6-F582-97314F828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847" y="0"/>
            <a:ext cx="8736306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09AE03C-C218-3687-CCD9-574032FEE0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28" t="8998" r="3350" b="10731"/>
          <a:stretch/>
        </p:blipFill>
        <p:spPr>
          <a:xfrm>
            <a:off x="-5001993" y="6256674"/>
            <a:ext cx="6729840" cy="280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3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2840D4-8DF9-AF11-9968-0B2EBC8F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3" y="778890"/>
            <a:ext cx="5476883" cy="4325769"/>
          </a:xfrm>
          <a:prstGeom prst="rect">
            <a:avLst/>
          </a:prstGeom>
        </p:spPr>
      </p:pic>
      <p:pic>
        <p:nvPicPr>
          <p:cNvPr id="10" name="Picture 9" descr="A graph of red and blue dots&#10;&#10;Description automatically generated with low confidence">
            <a:extLst>
              <a:ext uri="{FF2B5EF4-FFF2-40B4-BE49-F238E27FC236}">
                <a16:creationId xmlns:a16="http://schemas.microsoft.com/office/drawing/2014/main" id="{7628DB66-AECB-72FA-B9E3-D1E383A180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40" r="17278"/>
          <a:stretch/>
        </p:blipFill>
        <p:spPr>
          <a:xfrm>
            <a:off x="6096000" y="244110"/>
            <a:ext cx="4660777" cy="636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23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EB6132-A637-3E4E-822B-CB092D8BB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77" y="1246114"/>
            <a:ext cx="6364896" cy="4744741"/>
          </a:xfrm>
          <a:prstGeom prst="rect">
            <a:avLst/>
          </a:prstGeom>
        </p:spPr>
      </p:pic>
      <p:pic>
        <p:nvPicPr>
          <p:cNvPr id="2" name="Picture 1" descr="A picture containing text, screenshot, diagram, colorfulness&#10;&#10;Description automatically generated">
            <a:extLst>
              <a:ext uri="{FF2B5EF4-FFF2-40B4-BE49-F238E27FC236}">
                <a16:creationId xmlns:a16="http://schemas.microsoft.com/office/drawing/2014/main" id="{8D849854-3CE2-0B4E-89C9-5233830C15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87" r="20390"/>
          <a:stretch/>
        </p:blipFill>
        <p:spPr>
          <a:xfrm>
            <a:off x="6933459" y="249811"/>
            <a:ext cx="4403326" cy="673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035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64CA50-1310-7BCB-ECB5-B3223692F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40" y="1153352"/>
            <a:ext cx="5320489" cy="4241434"/>
          </a:xfrm>
          <a:prstGeom prst="rect">
            <a:avLst/>
          </a:prstGeom>
        </p:spPr>
      </p:pic>
      <p:pic>
        <p:nvPicPr>
          <p:cNvPr id="2" name="Picture 1" descr="A picture containing text, screenshot, diagram, colorfulness&#10;&#10;Description automatically generated">
            <a:extLst>
              <a:ext uri="{FF2B5EF4-FFF2-40B4-BE49-F238E27FC236}">
                <a16:creationId xmlns:a16="http://schemas.microsoft.com/office/drawing/2014/main" id="{9243AC7F-CE25-5CF4-2B6D-4BE761381B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2" r="20218"/>
          <a:stretch/>
        </p:blipFill>
        <p:spPr>
          <a:xfrm>
            <a:off x="6818050" y="447547"/>
            <a:ext cx="4385570" cy="658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24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3F9ACF-8D87-34E4-8284-BCD52287F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84" y="1257033"/>
            <a:ext cx="5163390" cy="4477886"/>
          </a:xfrm>
          <a:prstGeom prst="rect">
            <a:avLst/>
          </a:prstGeom>
        </p:spPr>
      </p:pic>
      <p:pic>
        <p:nvPicPr>
          <p:cNvPr id="2" name="Picture 1" descr="A picture containing text, screenshot, diagram, colorfulness&#10;&#10;Description automatically generated">
            <a:extLst>
              <a:ext uri="{FF2B5EF4-FFF2-40B4-BE49-F238E27FC236}">
                <a16:creationId xmlns:a16="http://schemas.microsoft.com/office/drawing/2014/main" id="{AF422874-A747-BC09-C2CD-EEC0952AA5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6" r="20904"/>
          <a:stretch/>
        </p:blipFill>
        <p:spPr>
          <a:xfrm>
            <a:off x="6951215" y="475797"/>
            <a:ext cx="3950563" cy="617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08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7A5157-6B5D-3988-B305-F2C9D45BEB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2FA7712-49FD-11AA-8A29-D8EE8EC3F6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1FEEA-34C1-794A-2F67-78EEEC53A9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60" b="6566"/>
          <a:stretch/>
        </p:blipFill>
        <p:spPr>
          <a:xfrm>
            <a:off x="0" y="681624"/>
            <a:ext cx="12192000" cy="5189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5AF033-3E9B-9949-9314-FC0B8FE42D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18" r="13305" b="87882"/>
          <a:stretch/>
        </p:blipFill>
        <p:spPr>
          <a:xfrm>
            <a:off x="3860525" y="5945169"/>
            <a:ext cx="2860646" cy="4635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959B21-E5EF-F426-A7DC-1738CF32615B}"/>
              </a:ext>
            </a:extLst>
          </p:cNvPr>
          <p:cNvSpPr txBox="1"/>
          <p:nvPr/>
        </p:nvSpPr>
        <p:spPr>
          <a:xfrm>
            <a:off x="3786692" y="5760503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Temperature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6B4C71-9C85-5E5F-EFC0-233A7BF98478}"/>
              </a:ext>
            </a:extLst>
          </p:cNvPr>
          <p:cNvSpPr txBox="1"/>
          <p:nvPr/>
        </p:nvSpPr>
        <p:spPr>
          <a:xfrm>
            <a:off x="6875282" y="5760503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Origin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626138-8601-C4F9-F7D8-8F7E93D55F50}"/>
              </a:ext>
            </a:extLst>
          </p:cNvPr>
          <p:cNvSpPr/>
          <p:nvPr/>
        </p:nvSpPr>
        <p:spPr>
          <a:xfrm>
            <a:off x="7050310" y="6078664"/>
            <a:ext cx="283464" cy="27892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916A1-C205-D973-E220-4B5C2F2A31D9}"/>
              </a:ext>
            </a:extLst>
          </p:cNvPr>
          <p:cNvSpPr txBox="1"/>
          <p:nvPr/>
        </p:nvSpPr>
        <p:spPr>
          <a:xfrm>
            <a:off x="7328560" y="6064236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Inshore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AB313E-6DED-A4D8-00F5-7D2570F8A142}"/>
              </a:ext>
            </a:extLst>
          </p:cNvPr>
          <p:cNvSpPr txBox="1"/>
          <p:nvPr/>
        </p:nvSpPr>
        <p:spPr>
          <a:xfrm>
            <a:off x="8388319" y="6066478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Offshore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C3E671-CE3B-8986-314E-95FDA47D8113}"/>
              </a:ext>
            </a:extLst>
          </p:cNvPr>
          <p:cNvSpPr/>
          <p:nvPr/>
        </p:nvSpPr>
        <p:spPr>
          <a:xfrm>
            <a:off x="8141053" y="6062328"/>
            <a:ext cx="283464" cy="2834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B3FF287-9389-A7CC-A49F-C3FDF1D0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94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First Pass: Expression by Timepoint</a:t>
            </a:r>
          </a:p>
        </p:txBody>
      </p:sp>
    </p:spTree>
    <p:extLst>
      <p:ext uri="{BB962C8B-B14F-4D97-AF65-F5344CB8AC3E}">
        <p14:creationId xmlns:p14="http://schemas.microsoft.com/office/powerpoint/2010/main" val="3256712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iagram, screenshot, line, text&#10;&#10;Description automatically generated">
            <a:extLst>
              <a:ext uri="{FF2B5EF4-FFF2-40B4-BE49-F238E27FC236}">
                <a16:creationId xmlns:a16="http://schemas.microsoft.com/office/drawing/2014/main" id="{3A54371A-8E4E-7B3E-9B4F-8C8707167B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4" r="15741"/>
          <a:stretch/>
        </p:blipFill>
        <p:spPr>
          <a:xfrm>
            <a:off x="314324" y="0"/>
            <a:ext cx="7000875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85F8FD-57DA-AE10-7214-132CD1D57B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18" r="13305" b="87882"/>
          <a:stretch/>
        </p:blipFill>
        <p:spPr>
          <a:xfrm>
            <a:off x="7631628" y="3272532"/>
            <a:ext cx="2860646" cy="4635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CF46AA-029A-C8D4-5361-DFF8E4821472}"/>
              </a:ext>
            </a:extLst>
          </p:cNvPr>
          <p:cNvSpPr txBox="1"/>
          <p:nvPr/>
        </p:nvSpPr>
        <p:spPr>
          <a:xfrm>
            <a:off x="7557795" y="3087866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Temperature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652D9-EFFC-FEBE-E3C4-24CAFDC69C40}"/>
              </a:ext>
            </a:extLst>
          </p:cNvPr>
          <p:cNvSpPr txBox="1"/>
          <p:nvPr/>
        </p:nvSpPr>
        <p:spPr>
          <a:xfrm>
            <a:off x="7557795" y="3736120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Origin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19C091-AECC-45B1-07D4-7A2060B8A34F}"/>
              </a:ext>
            </a:extLst>
          </p:cNvPr>
          <p:cNvSpPr/>
          <p:nvPr/>
        </p:nvSpPr>
        <p:spPr>
          <a:xfrm>
            <a:off x="7732823" y="4054281"/>
            <a:ext cx="283464" cy="27892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D895D6-6637-4772-923A-B5862DD1C032}"/>
              </a:ext>
            </a:extLst>
          </p:cNvPr>
          <p:cNvSpPr txBox="1"/>
          <p:nvPr/>
        </p:nvSpPr>
        <p:spPr>
          <a:xfrm>
            <a:off x="8011073" y="4039853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Inshore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C7269-22A5-C68E-1828-FF41B009C75A}"/>
              </a:ext>
            </a:extLst>
          </p:cNvPr>
          <p:cNvSpPr txBox="1"/>
          <p:nvPr/>
        </p:nvSpPr>
        <p:spPr>
          <a:xfrm>
            <a:off x="9070832" y="4042095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Offshore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9A804D-406B-53C5-2FF9-894440BB01D1}"/>
              </a:ext>
            </a:extLst>
          </p:cNvPr>
          <p:cNvSpPr/>
          <p:nvPr/>
        </p:nvSpPr>
        <p:spPr>
          <a:xfrm>
            <a:off x="8823566" y="4037945"/>
            <a:ext cx="283464" cy="2834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7B48D0D-37E9-0339-8103-300D9154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2588" y="369041"/>
            <a:ext cx="3890866" cy="236482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Deduped: Expression by Timepoint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275739-46A9-02D9-838C-58991C58E9B2}"/>
              </a:ext>
            </a:extLst>
          </p:cNvPr>
          <p:cNvSpPr txBox="1"/>
          <p:nvPr/>
        </p:nvSpPr>
        <p:spPr>
          <a:xfrm>
            <a:off x="7315199" y="4384374"/>
            <a:ext cx="59084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*Remake separated by site</a:t>
            </a:r>
          </a:p>
          <a:p>
            <a:r>
              <a:rPr lang="en-US" dirty="0"/>
              <a:t>Calculate pairwise difference between points, come up with average distance 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High level, maybe </a:t>
            </a:r>
            <a:r>
              <a:rPr lang="en-US" dirty="0" err="1"/>
              <a:t>inshores</a:t>
            </a:r>
            <a:r>
              <a:rPr lang="en-US" dirty="0"/>
              <a:t> respond faster and recover faster?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Sub lethal both pushed over edge, maybe differences at 37 to define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What is the timing and intensity of response, # of DEGs at different timepoints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Functional enrichment with </a:t>
            </a:r>
            <a:r>
              <a:rPr lang="en-US" dirty="0" err="1"/>
              <a:t>goseq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Anywhere possible put them on the same scale </a:t>
            </a:r>
          </a:p>
        </p:txBody>
      </p:sp>
    </p:spTree>
    <p:extLst>
      <p:ext uri="{BB962C8B-B14F-4D97-AF65-F5344CB8AC3E}">
        <p14:creationId xmlns:p14="http://schemas.microsoft.com/office/powerpoint/2010/main" val="3669435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plot, text, line, screenshot&#10;&#10;Description automatically generated">
            <a:extLst>
              <a:ext uri="{FF2B5EF4-FFF2-40B4-BE49-F238E27FC236}">
                <a16:creationId xmlns:a16="http://schemas.microsoft.com/office/drawing/2014/main" id="{16DC0802-0BEF-D8AC-A805-B5D8E9EDD4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3"/>
          <a:stretch/>
        </p:blipFill>
        <p:spPr>
          <a:xfrm>
            <a:off x="0" y="0"/>
            <a:ext cx="12192000" cy="60659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18F8B4-FC63-98BD-6724-1994B8EBB4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18" r="13305" b="87882"/>
          <a:stretch/>
        </p:blipFill>
        <p:spPr>
          <a:xfrm>
            <a:off x="4785791" y="6311931"/>
            <a:ext cx="2860646" cy="4635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4A0ACF3-AE4E-F556-ABC1-8A3E35D62BC3}"/>
              </a:ext>
            </a:extLst>
          </p:cNvPr>
          <p:cNvSpPr txBox="1"/>
          <p:nvPr/>
        </p:nvSpPr>
        <p:spPr>
          <a:xfrm>
            <a:off x="5527492" y="6127265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1223308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80C546-A413-F823-B60A-37969B2E7A0F}"/>
              </a:ext>
            </a:extLst>
          </p:cNvPr>
          <p:cNvSpPr txBox="1"/>
          <p:nvPr/>
        </p:nvSpPr>
        <p:spPr>
          <a:xfrm>
            <a:off x="5937645" y="4729796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Origin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BC24B6-139B-68DE-3BEB-0F6F07434E9D}"/>
              </a:ext>
            </a:extLst>
          </p:cNvPr>
          <p:cNvSpPr/>
          <p:nvPr/>
        </p:nvSpPr>
        <p:spPr>
          <a:xfrm>
            <a:off x="6112673" y="5047957"/>
            <a:ext cx="283464" cy="27892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07F34-0177-75AE-9112-5DD83FEC39A3}"/>
              </a:ext>
            </a:extLst>
          </p:cNvPr>
          <p:cNvSpPr txBox="1"/>
          <p:nvPr/>
        </p:nvSpPr>
        <p:spPr>
          <a:xfrm>
            <a:off x="6390923" y="5033529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Inshore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BF497-7CE1-8B86-83C6-3CC9704DB4C6}"/>
              </a:ext>
            </a:extLst>
          </p:cNvPr>
          <p:cNvSpPr txBox="1"/>
          <p:nvPr/>
        </p:nvSpPr>
        <p:spPr>
          <a:xfrm>
            <a:off x="7450682" y="5035771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Offshore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FDDD6B-63EA-FCAA-4C4B-B0CAA0F3FF29}"/>
              </a:ext>
            </a:extLst>
          </p:cNvPr>
          <p:cNvSpPr/>
          <p:nvPr/>
        </p:nvSpPr>
        <p:spPr>
          <a:xfrm>
            <a:off x="7203416" y="5031621"/>
            <a:ext cx="283464" cy="2834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D9C311-80D1-81A2-929A-FF604958B718}"/>
              </a:ext>
            </a:extLst>
          </p:cNvPr>
          <p:cNvSpPr/>
          <p:nvPr/>
        </p:nvSpPr>
        <p:spPr>
          <a:xfrm>
            <a:off x="2685403" y="5151721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2AA6ED-944B-E852-E1DD-7B3C60132CA9}"/>
              </a:ext>
            </a:extLst>
          </p:cNvPr>
          <p:cNvSpPr/>
          <p:nvPr/>
        </p:nvSpPr>
        <p:spPr>
          <a:xfrm>
            <a:off x="3262865" y="5138694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920E2-A200-9FDE-D655-A26E5FDB434D}"/>
              </a:ext>
            </a:extLst>
          </p:cNvPr>
          <p:cNvSpPr/>
          <p:nvPr/>
        </p:nvSpPr>
        <p:spPr>
          <a:xfrm>
            <a:off x="3825176" y="5151721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2D4016-A681-5D22-F0D1-4651814E63A4}"/>
              </a:ext>
            </a:extLst>
          </p:cNvPr>
          <p:cNvSpPr/>
          <p:nvPr/>
        </p:nvSpPr>
        <p:spPr>
          <a:xfrm>
            <a:off x="4402638" y="5138693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D37117-F8F5-FBEC-C146-966FAE6FF426}"/>
              </a:ext>
            </a:extLst>
          </p:cNvPr>
          <p:cNvSpPr/>
          <p:nvPr/>
        </p:nvSpPr>
        <p:spPr>
          <a:xfrm>
            <a:off x="4966204" y="5156335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ACB4E9-D368-8428-445A-3CAE30498242}"/>
              </a:ext>
            </a:extLst>
          </p:cNvPr>
          <p:cNvSpPr txBox="1"/>
          <p:nvPr/>
        </p:nvSpPr>
        <p:spPr>
          <a:xfrm>
            <a:off x="2542984" y="5079515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T0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403A15-0DA8-FCA7-B650-B8B23BCDEAC1}"/>
              </a:ext>
            </a:extLst>
          </p:cNvPr>
          <p:cNvSpPr txBox="1"/>
          <p:nvPr/>
        </p:nvSpPr>
        <p:spPr>
          <a:xfrm>
            <a:off x="3104504" y="5079515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T1</a:t>
            </a:r>
            <a:endParaRPr lang="en-US" sz="16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FC1BBEE-52B3-8BBA-C48E-BFE0042713D0}"/>
              </a:ext>
            </a:extLst>
          </p:cNvPr>
          <p:cNvSpPr/>
          <p:nvPr/>
        </p:nvSpPr>
        <p:spPr>
          <a:xfrm>
            <a:off x="3032425" y="5156335"/>
            <a:ext cx="144050" cy="151411"/>
          </a:xfrm>
          <a:prstGeom prst="ellipse">
            <a:avLst/>
          </a:prstGeom>
          <a:solidFill>
            <a:srgbClr val="C2AD26"/>
          </a:solidFill>
          <a:ln>
            <a:solidFill>
              <a:srgbClr val="C2AD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F61C30-DF34-6F41-3EC6-C69BB5FB0C35}"/>
              </a:ext>
            </a:extLst>
          </p:cNvPr>
          <p:cNvSpPr txBox="1"/>
          <p:nvPr/>
        </p:nvSpPr>
        <p:spPr>
          <a:xfrm>
            <a:off x="3690504" y="5073537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T2</a:t>
            </a:r>
            <a:endParaRPr lang="en-US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ACB573-5E9D-D052-1494-B2EE848D2BEF}"/>
              </a:ext>
            </a:extLst>
          </p:cNvPr>
          <p:cNvSpPr/>
          <p:nvPr/>
        </p:nvSpPr>
        <p:spPr>
          <a:xfrm>
            <a:off x="3600649" y="5140432"/>
            <a:ext cx="144050" cy="151411"/>
          </a:xfrm>
          <a:prstGeom prst="ellipse">
            <a:avLst/>
          </a:prstGeom>
          <a:solidFill>
            <a:srgbClr val="1C9340"/>
          </a:solidFill>
          <a:ln>
            <a:solidFill>
              <a:srgbClr val="1C9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F33096-FBBC-87E0-B447-5CD2A50C634B}"/>
              </a:ext>
            </a:extLst>
          </p:cNvPr>
          <p:cNvSpPr txBox="1"/>
          <p:nvPr/>
        </p:nvSpPr>
        <p:spPr>
          <a:xfrm>
            <a:off x="4261527" y="5073537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T3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668D9-768F-53DE-FE2E-5C946AA05FC4}"/>
              </a:ext>
            </a:extLst>
          </p:cNvPr>
          <p:cNvSpPr txBox="1"/>
          <p:nvPr/>
        </p:nvSpPr>
        <p:spPr>
          <a:xfrm>
            <a:off x="4822813" y="5083113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T4</a:t>
            </a:r>
            <a:endParaRPr lang="en-US" sz="16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197BAF-A2B4-3C6A-31CB-FF11D4995510}"/>
              </a:ext>
            </a:extLst>
          </p:cNvPr>
          <p:cNvSpPr/>
          <p:nvPr/>
        </p:nvSpPr>
        <p:spPr>
          <a:xfrm>
            <a:off x="4172243" y="5158434"/>
            <a:ext cx="144050" cy="151411"/>
          </a:xfrm>
          <a:prstGeom prst="ellipse">
            <a:avLst/>
          </a:prstGeom>
          <a:solidFill>
            <a:srgbClr val="26CCD1"/>
          </a:solidFill>
          <a:ln>
            <a:solidFill>
              <a:srgbClr val="26CC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3DCF7ED-F8FA-9DC4-3F00-7E56A96F6B2F}"/>
              </a:ext>
            </a:extLst>
          </p:cNvPr>
          <p:cNvSpPr/>
          <p:nvPr/>
        </p:nvSpPr>
        <p:spPr>
          <a:xfrm>
            <a:off x="4740422" y="5140432"/>
            <a:ext cx="144050" cy="151411"/>
          </a:xfrm>
          <a:prstGeom prst="ellipse">
            <a:avLst/>
          </a:prstGeom>
          <a:solidFill>
            <a:srgbClr val="6198F7"/>
          </a:solidFill>
          <a:ln>
            <a:solidFill>
              <a:srgbClr val="6198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7D3CF6-A11F-FFFC-BFA3-41A83D59B778}"/>
              </a:ext>
            </a:extLst>
          </p:cNvPr>
          <p:cNvSpPr/>
          <p:nvPr/>
        </p:nvSpPr>
        <p:spPr>
          <a:xfrm>
            <a:off x="5446706" y="5146759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2A9C81-D84A-7E6D-B9A1-F75C7102AB4F}"/>
              </a:ext>
            </a:extLst>
          </p:cNvPr>
          <p:cNvSpPr txBox="1"/>
          <p:nvPr/>
        </p:nvSpPr>
        <p:spPr>
          <a:xfrm>
            <a:off x="5303315" y="5073537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T5</a:t>
            </a:r>
            <a:endParaRPr lang="en-US" sz="16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EF7A7CE-2F8E-88AB-1580-5A2C08A5A27D}"/>
              </a:ext>
            </a:extLst>
          </p:cNvPr>
          <p:cNvSpPr/>
          <p:nvPr/>
        </p:nvSpPr>
        <p:spPr>
          <a:xfrm>
            <a:off x="5220924" y="5130856"/>
            <a:ext cx="144050" cy="151411"/>
          </a:xfrm>
          <a:prstGeom prst="ellipse">
            <a:avLst/>
          </a:prstGeom>
          <a:solidFill>
            <a:srgbClr val="FF80EF"/>
          </a:solidFill>
          <a:ln>
            <a:solidFill>
              <a:srgbClr val="FF8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24C111-01E2-1264-DC23-324916AF2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530"/>
            <a:ext cx="12192000" cy="62928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345F43E-F8B2-D1A6-3013-0CAA3F727F7B}"/>
              </a:ext>
            </a:extLst>
          </p:cNvPr>
          <p:cNvSpPr txBox="1"/>
          <p:nvPr/>
        </p:nvSpPr>
        <p:spPr>
          <a:xfrm>
            <a:off x="6090045" y="4882196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Origin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F7E9116-5D5A-61C3-11FE-833B296C6159}"/>
              </a:ext>
            </a:extLst>
          </p:cNvPr>
          <p:cNvSpPr/>
          <p:nvPr/>
        </p:nvSpPr>
        <p:spPr>
          <a:xfrm>
            <a:off x="6265073" y="5200357"/>
            <a:ext cx="283464" cy="27892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BC4772-0780-71CC-A0D7-58A0F6B45BCD}"/>
              </a:ext>
            </a:extLst>
          </p:cNvPr>
          <p:cNvSpPr txBox="1"/>
          <p:nvPr/>
        </p:nvSpPr>
        <p:spPr>
          <a:xfrm>
            <a:off x="6543323" y="5185929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Inshore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9AFC59-F835-ACE5-9F0A-1FCD7ECE8D6F}"/>
              </a:ext>
            </a:extLst>
          </p:cNvPr>
          <p:cNvSpPr txBox="1"/>
          <p:nvPr/>
        </p:nvSpPr>
        <p:spPr>
          <a:xfrm>
            <a:off x="7603082" y="5188171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Offshore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25A206-0FD9-7111-14F8-8AD811577903}"/>
              </a:ext>
            </a:extLst>
          </p:cNvPr>
          <p:cNvSpPr/>
          <p:nvPr/>
        </p:nvSpPr>
        <p:spPr>
          <a:xfrm>
            <a:off x="7355816" y="5184021"/>
            <a:ext cx="283464" cy="2834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5CC1D31-7B88-024E-839A-9F75CFEF17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18" r="13305" b="87882"/>
          <a:stretch/>
        </p:blipFill>
        <p:spPr>
          <a:xfrm>
            <a:off x="2580436" y="5131408"/>
            <a:ext cx="2860646" cy="46358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CB0AD8A-7503-61F3-E4AF-D7207BE3FC70}"/>
              </a:ext>
            </a:extLst>
          </p:cNvPr>
          <p:cNvSpPr txBox="1"/>
          <p:nvPr/>
        </p:nvSpPr>
        <p:spPr>
          <a:xfrm>
            <a:off x="2506603" y="4946742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Timepoint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442967-B213-71A8-4475-EBB315E8CB2C}"/>
              </a:ext>
            </a:extLst>
          </p:cNvPr>
          <p:cNvSpPr/>
          <p:nvPr/>
        </p:nvSpPr>
        <p:spPr>
          <a:xfrm>
            <a:off x="2837803" y="5304121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3ECF8A-3F7D-DF85-D9B8-5A30C7FF16AB}"/>
              </a:ext>
            </a:extLst>
          </p:cNvPr>
          <p:cNvSpPr/>
          <p:nvPr/>
        </p:nvSpPr>
        <p:spPr>
          <a:xfrm>
            <a:off x="3415265" y="5291094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A5962D-0F6D-7E1E-646E-2B7F01039B9E}"/>
              </a:ext>
            </a:extLst>
          </p:cNvPr>
          <p:cNvSpPr/>
          <p:nvPr/>
        </p:nvSpPr>
        <p:spPr>
          <a:xfrm>
            <a:off x="3977576" y="5304121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666490-6C91-FD12-B7B7-1E7E2E32391A}"/>
              </a:ext>
            </a:extLst>
          </p:cNvPr>
          <p:cNvSpPr/>
          <p:nvPr/>
        </p:nvSpPr>
        <p:spPr>
          <a:xfrm>
            <a:off x="4555038" y="5291093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03656B-D67F-FC95-9EB7-3A6306F7CC48}"/>
              </a:ext>
            </a:extLst>
          </p:cNvPr>
          <p:cNvSpPr/>
          <p:nvPr/>
        </p:nvSpPr>
        <p:spPr>
          <a:xfrm>
            <a:off x="5118604" y="5308735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F0BB92-78D9-8F8D-46ED-78210339DAA9}"/>
              </a:ext>
            </a:extLst>
          </p:cNvPr>
          <p:cNvSpPr txBox="1"/>
          <p:nvPr/>
        </p:nvSpPr>
        <p:spPr>
          <a:xfrm>
            <a:off x="2695384" y="5231915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T0</a:t>
            </a:r>
            <a:endParaRPr lang="en-US" sz="16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519EC36-7EED-4AD2-9CC9-5FE5ED354E84}"/>
              </a:ext>
            </a:extLst>
          </p:cNvPr>
          <p:cNvSpPr/>
          <p:nvPr/>
        </p:nvSpPr>
        <p:spPr>
          <a:xfrm>
            <a:off x="2603020" y="5292832"/>
            <a:ext cx="144050" cy="151411"/>
          </a:xfrm>
          <a:prstGeom prst="ellipse">
            <a:avLst/>
          </a:prstGeom>
          <a:solidFill>
            <a:srgbClr val="F98983"/>
          </a:solidFill>
          <a:ln>
            <a:solidFill>
              <a:srgbClr val="F98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A1D734-9E20-C8E7-FDE6-73549F7B71E2}"/>
              </a:ext>
            </a:extLst>
          </p:cNvPr>
          <p:cNvSpPr txBox="1"/>
          <p:nvPr/>
        </p:nvSpPr>
        <p:spPr>
          <a:xfrm>
            <a:off x="3256904" y="5231915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T1</a:t>
            </a:r>
            <a:endParaRPr lang="en-US" sz="16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01CF105-F878-B550-834B-BCABDB3A2F65}"/>
              </a:ext>
            </a:extLst>
          </p:cNvPr>
          <p:cNvSpPr/>
          <p:nvPr/>
        </p:nvSpPr>
        <p:spPr>
          <a:xfrm>
            <a:off x="3180482" y="5299159"/>
            <a:ext cx="144050" cy="151411"/>
          </a:xfrm>
          <a:prstGeom prst="ellipse">
            <a:avLst/>
          </a:prstGeom>
          <a:solidFill>
            <a:srgbClr val="C2AD26"/>
          </a:solidFill>
          <a:ln>
            <a:solidFill>
              <a:srgbClr val="C2AD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4923C9-00B0-D9DA-3B57-7994A82256E6}"/>
              </a:ext>
            </a:extLst>
          </p:cNvPr>
          <p:cNvSpPr txBox="1"/>
          <p:nvPr/>
        </p:nvSpPr>
        <p:spPr>
          <a:xfrm>
            <a:off x="3842904" y="5225937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T2</a:t>
            </a:r>
            <a:endParaRPr lang="en-US" sz="16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73B5439-E032-C5FA-1C01-17B71BE9AD91}"/>
              </a:ext>
            </a:extLst>
          </p:cNvPr>
          <p:cNvSpPr/>
          <p:nvPr/>
        </p:nvSpPr>
        <p:spPr>
          <a:xfrm>
            <a:off x="3753049" y="5292832"/>
            <a:ext cx="144050" cy="151411"/>
          </a:xfrm>
          <a:prstGeom prst="ellipse">
            <a:avLst/>
          </a:prstGeom>
          <a:solidFill>
            <a:srgbClr val="1C9340"/>
          </a:solidFill>
          <a:ln>
            <a:solidFill>
              <a:srgbClr val="1C9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0F64A4-0D85-5789-0BAB-4BE56D8FD144}"/>
              </a:ext>
            </a:extLst>
          </p:cNvPr>
          <p:cNvSpPr txBox="1"/>
          <p:nvPr/>
        </p:nvSpPr>
        <p:spPr>
          <a:xfrm>
            <a:off x="4413927" y="5225937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T3</a:t>
            </a:r>
            <a:endParaRPr 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0A03E7-49DA-4567-27D0-F70878D7D606}"/>
              </a:ext>
            </a:extLst>
          </p:cNvPr>
          <p:cNvSpPr txBox="1"/>
          <p:nvPr/>
        </p:nvSpPr>
        <p:spPr>
          <a:xfrm>
            <a:off x="4975213" y="5235513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T4</a:t>
            </a:r>
            <a:endParaRPr lang="en-US" sz="16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FF64F6A-824D-1CAA-E593-D65F474BB0E4}"/>
              </a:ext>
            </a:extLst>
          </p:cNvPr>
          <p:cNvSpPr/>
          <p:nvPr/>
        </p:nvSpPr>
        <p:spPr>
          <a:xfrm>
            <a:off x="4324643" y="5310834"/>
            <a:ext cx="144050" cy="151411"/>
          </a:xfrm>
          <a:prstGeom prst="ellipse">
            <a:avLst/>
          </a:prstGeom>
          <a:solidFill>
            <a:srgbClr val="26CCD1"/>
          </a:solidFill>
          <a:ln>
            <a:solidFill>
              <a:srgbClr val="26CC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840FDA4-2B0D-27C2-24B4-52D1AB904A7E}"/>
              </a:ext>
            </a:extLst>
          </p:cNvPr>
          <p:cNvSpPr/>
          <p:nvPr/>
        </p:nvSpPr>
        <p:spPr>
          <a:xfrm>
            <a:off x="4892822" y="5292832"/>
            <a:ext cx="144050" cy="151411"/>
          </a:xfrm>
          <a:prstGeom prst="ellipse">
            <a:avLst/>
          </a:prstGeom>
          <a:solidFill>
            <a:srgbClr val="6198F7"/>
          </a:solidFill>
          <a:ln>
            <a:solidFill>
              <a:srgbClr val="6198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927C26-6833-EC86-94D3-F2FFD842FF2B}"/>
              </a:ext>
            </a:extLst>
          </p:cNvPr>
          <p:cNvSpPr/>
          <p:nvPr/>
        </p:nvSpPr>
        <p:spPr>
          <a:xfrm>
            <a:off x="5599106" y="5299159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E97FB0-C702-0EE0-5A91-9CF5180CB70E}"/>
              </a:ext>
            </a:extLst>
          </p:cNvPr>
          <p:cNvSpPr txBox="1"/>
          <p:nvPr/>
        </p:nvSpPr>
        <p:spPr>
          <a:xfrm>
            <a:off x="5455715" y="5225937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T5</a:t>
            </a:r>
            <a:endParaRPr lang="en-US" sz="16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E857C5E-D7C0-6BE3-668D-F31EA49947E9}"/>
              </a:ext>
            </a:extLst>
          </p:cNvPr>
          <p:cNvSpPr/>
          <p:nvPr/>
        </p:nvSpPr>
        <p:spPr>
          <a:xfrm>
            <a:off x="5373324" y="5283256"/>
            <a:ext cx="144050" cy="151411"/>
          </a:xfrm>
          <a:prstGeom prst="ellipse">
            <a:avLst/>
          </a:prstGeom>
          <a:solidFill>
            <a:srgbClr val="FF80EF"/>
          </a:solidFill>
          <a:ln>
            <a:solidFill>
              <a:srgbClr val="FF8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D1B2825-8148-E9FC-E4D8-32B199224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45" y="26808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First Pass: Expression by Temperature</a:t>
            </a:r>
          </a:p>
        </p:txBody>
      </p:sp>
    </p:spTree>
    <p:extLst>
      <p:ext uri="{BB962C8B-B14F-4D97-AF65-F5344CB8AC3E}">
        <p14:creationId xmlns:p14="http://schemas.microsoft.com/office/powerpoint/2010/main" val="1616562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iagram, screenshot, line, plot&#10;&#10;Description automatically generated">
            <a:extLst>
              <a:ext uri="{FF2B5EF4-FFF2-40B4-BE49-F238E27FC236}">
                <a16:creationId xmlns:a16="http://schemas.microsoft.com/office/drawing/2014/main" id="{ECBF8380-056D-E233-C8E8-C6C2CAA1B3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6" b="5850"/>
          <a:stretch/>
        </p:blipFill>
        <p:spPr>
          <a:xfrm>
            <a:off x="2016189" y="699795"/>
            <a:ext cx="9169199" cy="528112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9C14F2B-5D8F-4560-9770-220262D6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94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Deduped: Expression by Temperature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93FC24B-DA81-559F-2576-3B44B0A37185}"/>
              </a:ext>
            </a:extLst>
          </p:cNvPr>
          <p:cNvSpPr txBox="1"/>
          <p:nvPr/>
        </p:nvSpPr>
        <p:spPr>
          <a:xfrm>
            <a:off x="6813383" y="5894361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Origin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972FF4D-F197-D70E-B1EC-6D46AA4A8AE4}"/>
              </a:ext>
            </a:extLst>
          </p:cNvPr>
          <p:cNvSpPr/>
          <p:nvPr/>
        </p:nvSpPr>
        <p:spPr>
          <a:xfrm>
            <a:off x="6891042" y="6227015"/>
            <a:ext cx="283464" cy="27892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64C36C4-A69D-0591-629B-73758C8AD48C}"/>
              </a:ext>
            </a:extLst>
          </p:cNvPr>
          <p:cNvSpPr txBox="1"/>
          <p:nvPr/>
        </p:nvSpPr>
        <p:spPr>
          <a:xfrm>
            <a:off x="7169292" y="6212587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Inshore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BA3A407-3647-6C56-2583-94044F65A738}"/>
              </a:ext>
            </a:extLst>
          </p:cNvPr>
          <p:cNvSpPr txBox="1"/>
          <p:nvPr/>
        </p:nvSpPr>
        <p:spPr>
          <a:xfrm>
            <a:off x="8229051" y="6214829"/>
            <a:ext cx="90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Offshore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3EE3CEC-4250-9B7A-7F6A-06CE5CA26481}"/>
              </a:ext>
            </a:extLst>
          </p:cNvPr>
          <p:cNvSpPr/>
          <p:nvPr/>
        </p:nvSpPr>
        <p:spPr>
          <a:xfrm>
            <a:off x="7981785" y="6210679"/>
            <a:ext cx="283464" cy="2834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C020324-4EDE-CE98-5FC7-B027DBDE74EA}"/>
              </a:ext>
            </a:extLst>
          </p:cNvPr>
          <p:cNvSpPr/>
          <p:nvPr/>
        </p:nvSpPr>
        <p:spPr>
          <a:xfrm>
            <a:off x="3403860" y="6083989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AAF15FA-A013-687F-00B6-E07535DC694A}"/>
              </a:ext>
            </a:extLst>
          </p:cNvPr>
          <p:cNvSpPr/>
          <p:nvPr/>
        </p:nvSpPr>
        <p:spPr>
          <a:xfrm>
            <a:off x="3981322" y="6070962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E45CF43-BEC3-018E-A50B-EF98631D88B4}"/>
              </a:ext>
            </a:extLst>
          </p:cNvPr>
          <p:cNvSpPr/>
          <p:nvPr/>
        </p:nvSpPr>
        <p:spPr>
          <a:xfrm>
            <a:off x="4543633" y="6083989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8AD73D8-A1FA-943A-83FD-F444A55BE35E}"/>
              </a:ext>
            </a:extLst>
          </p:cNvPr>
          <p:cNvSpPr/>
          <p:nvPr/>
        </p:nvSpPr>
        <p:spPr>
          <a:xfrm>
            <a:off x="5121095" y="6070961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6219555-2C9E-9C66-710E-01D1C2B37051}"/>
              </a:ext>
            </a:extLst>
          </p:cNvPr>
          <p:cNvSpPr/>
          <p:nvPr/>
        </p:nvSpPr>
        <p:spPr>
          <a:xfrm>
            <a:off x="5684661" y="6088603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4C65456-F1BC-FF10-CEDA-D3B0183E28AB}"/>
              </a:ext>
            </a:extLst>
          </p:cNvPr>
          <p:cNvSpPr txBox="1"/>
          <p:nvPr/>
        </p:nvSpPr>
        <p:spPr>
          <a:xfrm>
            <a:off x="3261441" y="6011783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T0</a:t>
            </a:r>
            <a:endParaRPr lang="en-US" sz="16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E899DF-A98C-F2DD-474A-6F7AE340FCBA}"/>
              </a:ext>
            </a:extLst>
          </p:cNvPr>
          <p:cNvSpPr txBox="1"/>
          <p:nvPr/>
        </p:nvSpPr>
        <p:spPr>
          <a:xfrm>
            <a:off x="3822961" y="6011783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T1</a:t>
            </a:r>
            <a:endParaRPr lang="en-US" sz="1600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0050DC2-FF13-1A43-4A38-DEA8557B73B6}"/>
              </a:ext>
            </a:extLst>
          </p:cNvPr>
          <p:cNvSpPr/>
          <p:nvPr/>
        </p:nvSpPr>
        <p:spPr>
          <a:xfrm>
            <a:off x="3750882" y="6088603"/>
            <a:ext cx="144050" cy="151411"/>
          </a:xfrm>
          <a:prstGeom prst="ellipse">
            <a:avLst/>
          </a:prstGeom>
          <a:solidFill>
            <a:srgbClr val="C2AD26"/>
          </a:solidFill>
          <a:ln>
            <a:solidFill>
              <a:srgbClr val="C2AD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B040D8E-9947-2364-71CD-2D576CB5FFD3}"/>
              </a:ext>
            </a:extLst>
          </p:cNvPr>
          <p:cNvSpPr txBox="1"/>
          <p:nvPr/>
        </p:nvSpPr>
        <p:spPr>
          <a:xfrm>
            <a:off x="4408961" y="6005805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T2</a:t>
            </a:r>
            <a:endParaRPr lang="en-US" sz="16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DCE312E-CA7A-EDE3-C227-33CD0219E231}"/>
              </a:ext>
            </a:extLst>
          </p:cNvPr>
          <p:cNvSpPr/>
          <p:nvPr/>
        </p:nvSpPr>
        <p:spPr>
          <a:xfrm>
            <a:off x="4319106" y="6072700"/>
            <a:ext cx="144050" cy="151411"/>
          </a:xfrm>
          <a:prstGeom prst="ellipse">
            <a:avLst/>
          </a:prstGeom>
          <a:solidFill>
            <a:srgbClr val="1C9340"/>
          </a:solidFill>
          <a:ln>
            <a:solidFill>
              <a:srgbClr val="1C9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5F335F1-E05F-5C7C-CF46-8CD64FB2A134}"/>
              </a:ext>
            </a:extLst>
          </p:cNvPr>
          <p:cNvSpPr txBox="1"/>
          <p:nvPr/>
        </p:nvSpPr>
        <p:spPr>
          <a:xfrm>
            <a:off x="4979984" y="6005805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T3</a:t>
            </a:r>
            <a:endParaRPr lang="en-US" sz="16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6BF54D4-BEBB-B661-1872-CE0B59EE4BA0}"/>
              </a:ext>
            </a:extLst>
          </p:cNvPr>
          <p:cNvSpPr txBox="1"/>
          <p:nvPr/>
        </p:nvSpPr>
        <p:spPr>
          <a:xfrm>
            <a:off x="5541270" y="6015381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T4</a:t>
            </a:r>
            <a:endParaRPr lang="en-US" sz="1600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E91DEF7C-574D-6EF8-8A5D-6AA4A3C81F6D}"/>
              </a:ext>
            </a:extLst>
          </p:cNvPr>
          <p:cNvSpPr/>
          <p:nvPr/>
        </p:nvSpPr>
        <p:spPr>
          <a:xfrm>
            <a:off x="4890700" y="6090702"/>
            <a:ext cx="144050" cy="151411"/>
          </a:xfrm>
          <a:prstGeom prst="ellipse">
            <a:avLst/>
          </a:prstGeom>
          <a:solidFill>
            <a:srgbClr val="26CCD1"/>
          </a:solidFill>
          <a:ln>
            <a:solidFill>
              <a:srgbClr val="26CC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712293C-605E-9493-2D3C-F914878B6042}"/>
              </a:ext>
            </a:extLst>
          </p:cNvPr>
          <p:cNvSpPr/>
          <p:nvPr/>
        </p:nvSpPr>
        <p:spPr>
          <a:xfrm>
            <a:off x="5458879" y="6072700"/>
            <a:ext cx="144050" cy="151411"/>
          </a:xfrm>
          <a:prstGeom prst="ellipse">
            <a:avLst/>
          </a:prstGeom>
          <a:solidFill>
            <a:srgbClr val="6198F7"/>
          </a:solidFill>
          <a:ln>
            <a:solidFill>
              <a:srgbClr val="6198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0907215-D696-B23C-CB15-1CD9FC73DA3B}"/>
              </a:ext>
            </a:extLst>
          </p:cNvPr>
          <p:cNvSpPr/>
          <p:nvPr/>
        </p:nvSpPr>
        <p:spPr>
          <a:xfrm>
            <a:off x="6165163" y="6079027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797333E-10CB-402A-6B55-7F4442D23D49}"/>
              </a:ext>
            </a:extLst>
          </p:cNvPr>
          <p:cNvSpPr/>
          <p:nvPr/>
        </p:nvSpPr>
        <p:spPr>
          <a:xfrm>
            <a:off x="5939381" y="6063124"/>
            <a:ext cx="144050" cy="151411"/>
          </a:xfrm>
          <a:prstGeom prst="ellipse">
            <a:avLst/>
          </a:prstGeom>
          <a:solidFill>
            <a:srgbClr val="FF80EF"/>
          </a:solidFill>
          <a:ln>
            <a:solidFill>
              <a:srgbClr val="FF8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C5F11290-7350-F3AA-4A32-CBE23253F8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18" r="13305" b="87882"/>
          <a:stretch/>
        </p:blipFill>
        <p:spPr>
          <a:xfrm>
            <a:off x="3298893" y="6063676"/>
            <a:ext cx="2860646" cy="463588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580E74CC-3A33-7BDD-E771-542424A1FE0E}"/>
              </a:ext>
            </a:extLst>
          </p:cNvPr>
          <p:cNvSpPr txBox="1"/>
          <p:nvPr/>
        </p:nvSpPr>
        <p:spPr>
          <a:xfrm>
            <a:off x="3225060" y="5879010"/>
            <a:ext cx="1377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Timepoint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0334F1D-E29A-6B88-DD89-DFCFF32D7236}"/>
              </a:ext>
            </a:extLst>
          </p:cNvPr>
          <p:cNvSpPr/>
          <p:nvPr/>
        </p:nvSpPr>
        <p:spPr>
          <a:xfrm>
            <a:off x="3556260" y="6236389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74BB819-58EE-3231-5349-5A7FE7E90B75}"/>
              </a:ext>
            </a:extLst>
          </p:cNvPr>
          <p:cNvSpPr/>
          <p:nvPr/>
        </p:nvSpPr>
        <p:spPr>
          <a:xfrm>
            <a:off x="4133722" y="6223362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CDA6239-DEB9-AB4D-A374-507E12007FD8}"/>
              </a:ext>
            </a:extLst>
          </p:cNvPr>
          <p:cNvSpPr/>
          <p:nvPr/>
        </p:nvSpPr>
        <p:spPr>
          <a:xfrm>
            <a:off x="4696033" y="6236389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1269670-CEBA-87D1-0C21-F04A626B5C87}"/>
              </a:ext>
            </a:extLst>
          </p:cNvPr>
          <p:cNvSpPr/>
          <p:nvPr/>
        </p:nvSpPr>
        <p:spPr>
          <a:xfrm>
            <a:off x="5273495" y="6223361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013588F-94F1-3AAD-24A9-8BB976B194C6}"/>
              </a:ext>
            </a:extLst>
          </p:cNvPr>
          <p:cNvSpPr/>
          <p:nvPr/>
        </p:nvSpPr>
        <p:spPr>
          <a:xfrm>
            <a:off x="5837061" y="6241003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2D2B580-A1B3-867A-1E66-38A7CC8777A4}"/>
              </a:ext>
            </a:extLst>
          </p:cNvPr>
          <p:cNvSpPr txBox="1"/>
          <p:nvPr/>
        </p:nvSpPr>
        <p:spPr>
          <a:xfrm>
            <a:off x="3413841" y="6164183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T0</a:t>
            </a:r>
            <a:endParaRPr lang="en-US" sz="1600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1BDC3BDD-FF6C-FD10-B180-A4C6B161048E}"/>
              </a:ext>
            </a:extLst>
          </p:cNvPr>
          <p:cNvSpPr/>
          <p:nvPr/>
        </p:nvSpPr>
        <p:spPr>
          <a:xfrm>
            <a:off x="3321477" y="6225100"/>
            <a:ext cx="144050" cy="151411"/>
          </a:xfrm>
          <a:prstGeom prst="ellipse">
            <a:avLst/>
          </a:prstGeom>
          <a:solidFill>
            <a:srgbClr val="F98983"/>
          </a:solidFill>
          <a:ln>
            <a:solidFill>
              <a:srgbClr val="F98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AEBEAAE-5289-65A2-7656-53FF0481F591}"/>
              </a:ext>
            </a:extLst>
          </p:cNvPr>
          <p:cNvSpPr txBox="1"/>
          <p:nvPr/>
        </p:nvSpPr>
        <p:spPr>
          <a:xfrm>
            <a:off x="3975361" y="6164183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T1</a:t>
            </a:r>
            <a:endParaRPr lang="en-US" sz="1600" dirty="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06878D5-B3F5-4C64-46B9-BF76048FEF7A}"/>
              </a:ext>
            </a:extLst>
          </p:cNvPr>
          <p:cNvSpPr/>
          <p:nvPr/>
        </p:nvSpPr>
        <p:spPr>
          <a:xfrm>
            <a:off x="3898939" y="6231427"/>
            <a:ext cx="144050" cy="151411"/>
          </a:xfrm>
          <a:prstGeom prst="ellipse">
            <a:avLst/>
          </a:prstGeom>
          <a:solidFill>
            <a:srgbClr val="C2AD26"/>
          </a:solidFill>
          <a:ln>
            <a:solidFill>
              <a:srgbClr val="C2AD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A03D5ED-C157-0ECB-540F-C90B245E9883}"/>
              </a:ext>
            </a:extLst>
          </p:cNvPr>
          <p:cNvSpPr txBox="1"/>
          <p:nvPr/>
        </p:nvSpPr>
        <p:spPr>
          <a:xfrm>
            <a:off x="4561361" y="6158205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T2</a:t>
            </a:r>
            <a:endParaRPr lang="en-US" sz="1600" dirty="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DD1641C2-5EA9-D283-6900-D1EA2356C28F}"/>
              </a:ext>
            </a:extLst>
          </p:cNvPr>
          <p:cNvSpPr/>
          <p:nvPr/>
        </p:nvSpPr>
        <p:spPr>
          <a:xfrm>
            <a:off x="4471506" y="6225100"/>
            <a:ext cx="144050" cy="151411"/>
          </a:xfrm>
          <a:prstGeom prst="ellipse">
            <a:avLst/>
          </a:prstGeom>
          <a:solidFill>
            <a:srgbClr val="1C9340"/>
          </a:solidFill>
          <a:ln>
            <a:solidFill>
              <a:srgbClr val="1C9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2801D21-CC85-7CD3-03AD-5189C60CFC6B}"/>
              </a:ext>
            </a:extLst>
          </p:cNvPr>
          <p:cNvSpPr txBox="1"/>
          <p:nvPr/>
        </p:nvSpPr>
        <p:spPr>
          <a:xfrm>
            <a:off x="5132384" y="6158205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T3</a:t>
            </a:r>
            <a:endParaRPr lang="en-US" sz="16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07DA899-D5A7-5BB2-D745-B0DEA8F4E36A}"/>
              </a:ext>
            </a:extLst>
          </p:cNvPr>
          <p:cNvSpPr txBox="1"/>
          <p:nvPr/>
        </p:nvSpPr>
        <p:spPr>
          <a:xfrm>
            <a:off x="5693670" y="6167781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T4</a:t>
            </a:r>
            <a:endParaRPr lang="en-US" sz="1600" dirty="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D7E96466-C6EF-7C27-FFA6-EA5182E56B4C}"/>
              </a:ext>
            </a:extLst>
          </p:cNvPr>
          <p:cNvSpPr/>
          <p:nvPr/>
        </p:nvSpPr>
        <p:spPr>
          <a:xfrm>
            <a:off x="5043100" y="6243102"/>
            <a:ext cx="144050" cy="151411"/>
          </a:xfrm>
          <a:prstGeom prst="ellipse">
            <a:avLst/>
          </a:prstGeom>
          <a:solidFill>
            <a:srgbClr val="26CCD1"/>
          </a:solidFill>
          <a:ln>
            <a:solidFill>
              <a:srgbClr val="26CC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4056E0BE-2AE5-5097-D262-681978CCB705}"/>
              </a:ext>
            </a:extLst>
          </p:cNvPr>
          <p:cNvSpPr/>
          <p:nvPr/>
        </p:nvSpPr>
        <p:spPr>
          <a:xfrm>
            <a:off x="5611279" y="6225100"/>
            <a:ext cx="144050" cy="151411"/>
          </a:xfrm>
          <a:prstGeom prst="ellipse">
            <a:avLst/>
          </a:prstGeom>
          <a:solidFill>
            <a:srgbClr val="6198F7"/>
          </a:solidFill>
          <a:ln>
            <a:solidFill>
              <a:srgbClr val="6198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488A573-42DD-EBC7-19B4-4B69AFFA8D99}"/>
              </a:ext>
            </a:extLst>
          </p:cNvPr>
          <p:cNvSpPr/>
          <p:nvPr/>
        </p:nvSpPr>
        <p:spPr>
          <a:xfrm>
            <a:off x="6317563" y="6231427"/>
            <a:ext cx="266283" cy="196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6C56051-C28A-D464-560F-BD09BFBF4CB8}"/>
              </a:ext>
            </a:extLst>
          </p:cNvPr>
          <p:cNvSpPr txBox="1"/>
          <p:nvPr/>
        </p:nvSpPr>
        <p:spPr>
          <a:xfrm>
            <a:off x="6174172" y="6158205"/>
            <a:ext cx="36555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T5</a:t>
            </a:r>
            <a:endParaRPr lang="en-US" sz="1600" dirty="0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0781AFF-A5F0-634E-13C4-F67AB245F267}"/>
              </a:ext>
            </a:extLst>
          </p:cNvPr>
          <p:cNvSpPr/>
          <p:nvPr/>
        </p:nvSpPr>
        <p:spPr>
          <a:xfrm>
            <a:off x="6091781" y="6215524"/>
            <a:ext cx="144050" cy="151411"/>
          </a:xfrm>
          <a:prstGeom prst="ellipse">
            <a:avLst/>
          </a:prstGeom>
          <a:solidFill>
            <a:srgbClr val="FF80EF"/>
          </a:solidFill>
          <a:ln>
            <a:solidFill>
              <a:srgbClr val="FF8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141</Words>
  <Application>Microsoft Office PowerPoint</Application>
  <PresentationFormat>Widescreen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First Pass: Expression by Timepoint</vt:lpstr>
      <vt:lpstr>Deduped: Expression by Timepoint</vt:lpstr>
      <vt:lpstr>PowerPoint Presentation</vt:lpstr>
      <vt:lpstr>First Pass: Expression by Temperature</vt:lpstr>
      <vt:lpstr>Deduped: Expression by Temperature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Parker</dc:creator>
  <cp:lastModifiedBy>Kate Parker</cp:lastModifiedBy>
  <cp:revision>1</cp:revision>
  <dcterms:created xsi:type="dcterms:W3CDTF">2023-05-23T18:07:07Z</dcterms:created>
  <dcterms:modified xsi:type="dcterms:W3CDTF">2023-05-31T19:19:10Z</dcterms:modified>
</cp:coreProperties>
</file>